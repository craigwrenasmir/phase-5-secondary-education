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79" cy="75602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3 · BEFORE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4523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Carry into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4523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Choose from your secondary day map and 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practice to keep because it supports access, connection or joy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606040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40080" y="2907792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0" name="Rounded Rectangle 9"/>
          <p:cNvSpPr/>
          <p:nvPr/>
        </p:nvSpPr>
        <p:spPr>
          <a:xfrm>
            <a:off x="411480" y="3127248"/>
            <a:ext cx="4523080" cy="2395728"/>
          </a:xfrm>
          <a:prstGeom prst="roundRect">
            <a:avLst>
              <a:gd name="adj" fmla="val 8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644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Reduce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5720" y="32918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5720" y="3291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this to Session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48456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One barrier or unnecessary demand to reduce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224528"/>
            <a:ext cx="4065880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640080" y="4526280"/>
            <a:ext cx="4065880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0080" y="47731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is a: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65776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09928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4248" y="5065776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 task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6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506577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handover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660136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972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81344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question to explore with students, families or the team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757416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640080" y="7059168"/>
            <a:ext cx="4065880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411480" y="7223760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No names or identifying details.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7520" y="347472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3 · BEFORE LUNCH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7520" y="566928"/>
            <a:ext cx="4523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Carry into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57520" y="1097280"/>
            <a:ext cx="4523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Choose from your secondary day map and audit.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57520" y="1508760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6120" y="1645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Keep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6120" y="2029968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practice to keep because it supports access, connection or joy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6120" y="2606040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5986120" y="2907792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8" name="Rounded Rectangle 37"/>
          <p:cNvSpPr/>
          <p:nvPr/>
        </p:nvSpPr>
        <p:spPr>
          <a:xfrm>
            <a:off x="5757520" y="3127248"/>
            <a:ext cx="4523080" cy="2395728"/>
          </a:xfrm>
          <a:prstGeom prst="roundRect">
            <a:avLst>
              <a:gd name="adj" fmla="val 8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6120" y="32644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Reduce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1759" y="32918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1759" y="32918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this to Session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6120" y="3648456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E6E0F5"/>
                </a:solidFill>
                <a:latin typeface="Arial"/>
                <a:ea typeface="Arial"/>
                <a:cs typeface="Arial"/>
              </a:rPr>
              <a:t>One barrier or unnecessary demand to reduce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86120" y="4224528"/>
            <a:ext cx="4065879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5986120" y="4526280"/>
            <a:ext cx="4065879" cy="0"/>
          </a:xfrm>
          <a:prstGeom prst="line">
            <a:avLst/>
          </a:prstGeom>
          <a:ln w="12700">
            <a:solidFill>
              <a:srgbClr val="A893D8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986120" y="47731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 is a: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6120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0440" y="5065776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55968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30288" y="5065776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assessment task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7256" y="511149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584099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91576" y="506577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handover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57520" y="5660136"/>
            <a:ext cx="4523080" cy="1481328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6120" y="579729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Explore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6120" y="6181344"/>
            <a:ext cx="4065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One question to explore with students, families or the team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986120" y="6757416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5986120" y="7059168"/>
            <a:ext cx="4065879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5757520" y="7223760"/>
            <a:ext cx="4523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9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No names or identifying details.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346040" y="137160"/>
            <a:ext cx="0" cy="7285939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59" name="TextBox 58"/>
          <p:cNvSpPr txBox="1"/>
          <p:nvPr/>
        </p:nvSpPr>
        <p:spPr>
          <a:xfrm>
            <a:off x="5419192" y="10972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8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cut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